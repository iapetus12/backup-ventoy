
<file path=[Content_Types].xml><?xml version="1.0" encoding="utf-8"?>
<Types xmlns="http://schemas.openxmlformats.org/package/2006/content-types">
  <Default Extension="xml" ContentType="application/xml"/>
  <Default Extension="jpg" ContentType="image/jpeg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9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2.xml" ContentType="application/vnd.openxmlformats-officedocument.presentationml.notesSlide+xml"/>
  <Override PartName="/ppt/slides/slide7.xml" ContentType="application/vnd.openxmlformats-officedocument.presentationml.slide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4.xml" ContentType="application/vnd.openxmlformats-officedocument.presentationml.slideLayout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4.xml" ContentType="application/vnd.openxmlformats-officedocument.presentationml.notesSlide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2192000" cy="6858000"/>
  <p:notesSz cx="6858000" cy="9144000"/>
  <p:defaultTextStyle>
    <a:defPPr>
      <a:defRPr lang="es-E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1744098" name="Marcador de encabezado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348190672" name="Marcador de fecha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s-ES"/>
              <a:t>10/30/2013</a:t>
            </a:fld>
            <a:endParaRPr lang="es-ES"/>
          </a:p>
        </p:txBody>
      </p:sp>
      <p:sp>
        <p:nvSpPr>
          <p:cNvPr id="647930697" name="Marcador de imagen de diapositiva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s-ES"/>
          </a:p>
        </p:txBody>
      </p:sp>
      <p:sp>
        <p:nvSpPr>
          <p:cNvPr id="1281172979" name="Marcador de notas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s-ES"/>
              <a:t>Haga clic para modificar el estilo de texto del patrón</a:t>
            </a:r>
            <a:endParaRPr/>
          </a:p>
          <a:p>
            <a:pPr lvl="1">
              <a:defRPr/>
            </a:pPr>
            <a:r>
              <a:rPr lang="es-ES"/>
              <a:t>Segundo nivel</a:t>
            </a:r>
            <a:endParaRPr/>
          </a:p>
          <a:p>
            <a:pPr lvl="2">
              <a:defRPr/>
            </a:pPr>
            <a:r>
              <a:rPr lang="es-ES"/>
              <a:t>Tercer nivel</a:t>
            </a:r>
            <a:endParaRPr/>
          </a:p>
          <a:p>
            <a:pPr lvl="3">
              <a:defRPr/>
            </a:pPr>
            <a:r>
              <a:rPr lang="es-ES"/>
              <a:t>Cuarto nivel</a:t>
            </a:r>
            <a:endParaRPr/>
          </a:p>
          <a:p>
            <a:pPr lvl="4">
              <a:defRPr/>
            </a:pPr>
            <a:r>
              <a:rPr lang="es-ES"/>
              <a:t>Quinto nivel</a:t>
            </a:r>
            <a:endParaRPr lang="es-ES"/>
          </a:p>
        </p:txBody>
      </p:sp>
      <p:sp>
        <p:nvSpPr>
          <p:cNvPr id="953678903" name="Marcador de pie de página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369646764" name="Marcador de número de diapositiva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s-ES"/>
              <a:t>‹#›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7139165" name="Marcador de imagen de diapositiva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32490565" name="Marcador de notas 4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s-ES">
              <a:latin typeface="Arial"/>
              <a:cs typeface="Arial"/>
            </a:endParaRPr>
          </a:p>
        </p:txBody>
      </p:sp>
      <p:sp>
        <p:nvSpPr>
          <p:cNvPr id="1595868034" name="Marcador de número de diapositiva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s-ES"/>
              <a:t>1</a:t>
            </a:fld>
            <a:endParaRPr lang="es-E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607422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151920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84158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9AEE80B-2418-5769-3F38-BFA0914C4FA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54688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321957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06007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CE037CF-6D59-7944-A75E-685443BFDEB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251006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0295176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29827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436174A-EC5C-1F05-CE40-4331CA08787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169634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1341917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68297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9309CCD-D576-969A-C4C2-690B46797F6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967647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057483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541618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E69CEA5-6A52-50D3-18DE-069E3ACB4D3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070B0FE-90A7-682D-D6EC-C51BC0D02C1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FB2B53D-5879-9914-FEF2-08B51A024C4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BA5D4EE-8421-2D3A-AF83-B7CDC793043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E4CB889-872A-2B93-8EEF-B04393FFDC2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3F31FC0-6D6D-0C05-05C2-C3AD290F3FB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Diapositiva de títul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120295" name="Título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s-ES"/>
              <a:t>Haga clic para modificar el estilo de título del patrón</a:t>
            </a:r>
            <a:endParaRPr lang="es-ES"/>
          </a:p>
        </p:txBody>
      </p:sp>
      <p:sp>
        <p:nvSpPr>
          <p:cNvPr id="844474499" name="Subtítulo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s-ES"/>
              <a:t>Haga clic para modificar el estilo de subtítulo del patrón</a:t>
            </a:r>
            <a:endParaRPr lang="es-ES"/>
          </a:p>
        </p:txBody>
      </p:sp>
      <p:sp>
        <p:nvSpPr>
          <p:cNvPr id="1283987368" name="Marcador de fecha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s-ES"/>
              <a:t>30.10.2013</a:t>
            </a:fld>
            <a:endParaRPr lang="es-ES"/>
          </a:p>
        </p:txBody>
      </p:sp>
      <p:sp>
        <p:nvSpPr>
          <p:cNvPr id="1914648790" name="Marcador de pie de página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2081198110" name="Marcador de número de diapositiva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s-ES"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ítulo y objeto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784812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s-ES"/>
              <a:t>Haga clic para modificar el estilo de título del patrón</a:t>
            </a:r>
            <a:endParaRPr lang="es-ES"/>
          </a:p>
        </p:txBody>
      </p:sp>
      <p:sp>
        <p:nvSpPr>
          <p:cNvPr id="649003376" name="Marcador de contenido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s-ES"/>
              <a:t>Haga clic para modificar el estilo de texto del patrón</a:t>
            </a:r>
            <a:endParaRPr/>
          </a:p>
          <a:p>
            <a:pPr lvl="1">
              <a:defRPr/>
            </a:pPr>
            <a:r>
              <a:rPr lang="es-ES"/>
              <a:t>Segundo nivel</a:t>
            </a:r>
            <a:endParaRPr/>
          </a:p>
          <a:p>
            <a:pPr lvl="2">
              <a:defRPr/>
            </a:pPr>
            <a:r>
              <a:rPr lang="es-ES"/>
              <a:t>Tercer nivel</a:t>
            </a:r>
            <a:endParaRPr/>
          </a:p>
          <a:p>
            <a:pPr lvl="3">
              <a:defRPr/>
            </a:pPr>
            <a:r>
              <a:rPr lang="es-ES"/>
              <a:t>Cuarto nivel</a:t>
            </a:r>
            <a:endParaRPr/>
          </a:p>
          <a:p>
            <a:pPr lvl="4">
              <a:defRPr/>
            </a:pPr>
            <a:r>
              <a:rPr lang="es-ES"/>
              <a:t>Quinto nivel</a:t>
            </a:r>
            <a:endParaRPr lang="es-ES"/>
          </a:p>
        </p:txBody>
      </p:sp>
      <p:sp>
        <p:nvSpPr>
          <p:cNvPr id="1914324499" name="Marcador de fecha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s-ES"/>
              <a:t>30.10.2013</a:t>
            </a:fld>
            <a:endParaRPr lang="es-ES"/>
          </a:p>
        </p:txBody>
      </p:sp>
      <p:sp>
        <p:nvSpPr>
          <p:cNvPr id="1247153618" name="Marcador de pie de página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1161747826" name="Marcador de número de diapositiva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s-ES"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Encabezado de secció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8411750" name="Título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s-ES"/>
              <a:t>Haga clic para modificar el estilo de título del patrón</a:t>
            </a:r>
            <a:endParaRPr lang="es-ES"/>
          </a:p>
        </p:txBody>
      </p:sp>
      <p:sp>
        <p:nvSpPr>
          <p:cNvPr id="1614285008" name="Marcador de texto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s-ES"/>
              <a:t>Haga clic para modificar el estilo de texto del patrón</a:t>
            </a:r>
            <a:endParaRPr/>
          </a:p>
        </p:txBody>
      </p:sp>
      <p:sp>
        <p:nvSpPr>
          <p:cNvPr id="559149125" name="Marcador de fecha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s-ES"/>
              <a:t>30.10.2013</a:t>
            </a:fld>
            <a:endParaRPr lang="es-ES"/>
          </a:p>
        </p:txBody>
      </p:sp>
      <p:sp>
        <p:nvSpPr>
          <p:cNvPr id="862372845" name="Marcador de pie de página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1990761130" name="Marcador de número de diapositiva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s-ES"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Dos objeto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0231380" name="Títu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s-ES"/>
              <a:t>Haga clic para modificar el estilo de título del patrón</a:t>
            </a:r>
            <a:endParaRPr lang="es-ES"/>
          </a:p>
        </p:txBody>
      </p:sp>
      <p:sp>
        <p:nvSpPr>
          <p:cNvPr id="36029620" name="Marcador de contenido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s-ES"/>
              <a:t>Haga clic para modificar el estilo de texto del patrón</a:t>
            </a:r>
            <a:endParaRPr/>
          </a:p>
          <a:p>
            <a:pPr lvl="1">
              <a:defRPr/>
            </a:pPr>
            <a:r>
              <a:rPr lang="es-ES"/>
              <a:t>Segundo nivel</a:t>
            </a:r>
            <a:endParaRPr/>
          </a:p>
          <a:p>
            <a:pPr lvl="2">
              <a:defRPr/>
            </a:pPr>
            <a:r>
              <a:rPr lang="es-ES"/>
              <a:t>Tercer nivel</a:t>
            </a:r>
            <a:endParaRPr/>
          </a:p>
          <a:p>
            <a:pPr lvl="3">
              <a:defRPr/>
            </a:pPr>
            <a:r>
              <a:rPr lang="es-ES"/>
              <a:t>Cuarto nivel</a:t>
            </a:r>
            <a:endParaRPr/>
          </a:p>
          <a:p>
            <a:pPr lvl="4">
              <a:defRPr/>
            </a:pPr>
            <a:r>
              <a:rPr lang="es-ES"/>
              <a:t>Quinto nivel</a:t>
            </a:r>
            <a:endParaRPr lang="es-ES"/>
          </a:p>
        </p:txBody>
      </p:sp>
      <p:sp>
        <p:nvSpPr>
          <p:cNvPr id="1127510440" name="Marcador de contenido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s-ES"/>
              <a:t>Haga clic para modificar el estilo de texto del patrón</a:t>
            </a:r>
            <a:endParaRPr/>
          </a:p>
          <a:p>
            <a:pPr lvl="1">
              <a:defRPr/>
            </a:pPr>
            <a:r>
              <a:rPr lang="es-ES"/>
              <a:t>Segundo nivel</a:t>
            </a:r>
            <a:endParaRPr/>
          </a:p>
          <a:p>
            <a:pPr lvl="2">
              <a:defRPr/>
            </a:pPr>
            <a:r>
              <a:rPr lang="es-ES"/>
              <a:t>Tercer nivel</a:t>
            </a:r>
            <a:endParaRPr/>
          </a:p>
          <a:p>
            <a:pPr lvl="3">
              <a:defRPr/>
            </a:pPr>
            <a:r>
              <a:rPr lang="es-ES"/>
              <a:t>Cuarto nivel</a:t>
            </a:r>
            <a:endParaRPr/>
          </a:p>
          <a:p>
            <a:pPr lvl="4">
              <a:defRPr/>
            </a:pPr>
            <a:r>
              <a:rPr lang="es-ES"/>
              <a:t>Quinto nivel</a:t>
            </a:r>
            <a:endParaRPr lang="es-ES"/>
          </a:p>
        </p:txBody>
      </p:sp>
      <p:sp>
        <p:nvSpPr>
          <p:cNvPr id="1670400229" name="Marcador de fecha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s-ES"/>
              <a:t>30.10.2013</a:t>
            </a:fld>
            <a:endParaRPr lang="es-ES"/>
          </a:p>
        </p:txBody>
      </p:sp>
      <p:sp>
        <p:nvSpPr>
          <p:cNvPr id="430366327" name="Marcador de pie de página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1964651235" name="Marcador de número de diapositiva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s-ES"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ació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6309925" name="Título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s-ES"/>
              <a:t>Haga clic para modificar el estilo de título del patrón</a:t>
            </a:r>
            <a:endParaRPr lang="es-ES"/>
          </a:p>
        </p:txBody>
      </p:sp>
      <p:sp>
        <p:nvSpPr>
          <p:cNvPr id="1431718973" name="Marcador de texto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s-ES"/>
              <a:t>Haga clic para modificar el estilo de texto del patrón</a:t>
            </a:r>
            <a:endParaRPr/>
          </a:p>
        </p:txBody>
      </p:sp>
      <p:sp>
        <p:nvSpPr>
          <p:cNvPr id="1056608784" name="Marcador de contenido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s-ES"/>
              <a:t>Haga clic para modificar el estilo de texto del patrón</a:t>
            </a:r>
            <a:endParaRPr/>
          </a:p>
          <a:p>
            <a:pPr lvl="1">
              <a:defRPr/>
            </a:pPr>
            <a:r>
              <a:rPr lang="es-ES"/>
              <a:t>Segundo nivel</a:t>
            </a:r>
            <a:endParaRPr/>
          </a:p>
          <a:p>
            <a:pPr lvl="2">
              <a:defRPr/>
            </a:pPr>
            <a:r>
              <a:rPr lang="es-ES"/>
              <a:t>Tercer nivel</a:t>
            </a:r>
            <a:endParaRPr/>
          </a:p>
          <a:p>
            <a:pPr lvl="3">
              <a:defRPr/>
            </a:pPr>
            <a:r>
              <a:rPr lang="es-ES"/>
              <a:t>Cuarto nivel</a:t>
            </a:r>
            <a:endParaRPr/>
          </a:p>
          <a:p>
            <a:pPr lvl="4">
              <a:defRPr/>
            </a:pPr>
            <a:r>
              <a:rPr lang="es-ES"/>
              <a:t>Quinto nivel</a:t>
            </a:r>
            <a:endParaRPr lang="es-ES"/>
          </a:p>
        </p:txBody>
      </p:sp>
      <p:sp>
        <p:nvSpPr>
          <p:cNvPr id="2080812053" name="Marcador de texto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s-ES"/>
              <a:t>Haga clic para modificar el estilo de texto del patrón</a:t>
            </a:r>
            <a:endParaRPr/>
          </a:p>
        </p:txBody>
      </p:sp>
      <p:sp>
        <p:nvSpPr>
          <p:cNvPr id="2033498453" name="Marcador de contenido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s-ES"/>
              <a:t>Haga clic para modificar el estilo de texto del patrón</a:t>
            </a:r>
            <a:endParaRPr/>
          </a:p>
          <a:p>
            <a:pPr lvl="1">
              <a:defRPr/>
            </a:pPr>
            <a:r>
              <a:rPr lang="es-ES"/>
              <a:t>Segundo nivel</a:t>
            </a:r>
            <a:endParaRPr/>
          </a:p>
          <a:p>
            <a:pPr lvl="2">
              <a:defRPr/>
            </a:pPr>
            <a:r>
              <a:rPr lang="es-ES"/>
              <a:t>Tercer nivel</a:t>
            </a:r>
            <a:endParaRPr/>
          </a:p>
          <a:p>
            <a:pPr lvl="3">
              <a:defRPr/>
            </a:pPr>
            <a:r>
              <a:rPr lang="es-ES"/>
              <a:t>Cuarto nivel</a:t>
            </a:r>
            <a:endParaRPr/>
          </a:p>
          <a:p>
            <a:pPr lvl="4">
              <a:defRPr/>
            </a:pPr>
            <a:r>
              <a:rPr lang="es-ES"/>
              <a:t>Quinto nivel</a:t>
            </a:r>
            <a:endParaRPr lang="es-ES"/>
          </a:p>
        </p:txBody>
      </p:sp>
      <p:sp>
        <p:nvSpPr>
          <p:cNvPr id="36318835" name="Marcador de fecha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s-ES"/>
              <a:t>30.10.2013</a:t>
            </a:fld>
            <a:endParaRPr lang="es-ES"/>
          </a:p>
        </p:txBody>
      </p:sp>
      <p:sp>
        <p:nvSpPr>
          <p:cNvPr id="354309373" name="Marcador de pie de página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1166869349" name="Marcador de número de diapositiva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s-ES"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Solo el títul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6628552" name="Títu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s-ES"/>
              <a:t>Haga clic para modificar el estilo de título del patrón</a:t>
            </a:r>
            <a:endParaRPr lang="es-ES"/>
          </a:p>
        </p:txBody>
      </p:sp>
      <p:sp>
        <p:nvSpPr>
          <p:cNvPr id="1145600918" name="Marcador de fecha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s-ES"/>
              <a:t>30.10.2013</a:t>
            </a:fld>
            <a:endParaRPr lang="es-ES"/>
          </a:p>
        </p:txBody>
      </p:sp>
      <p:sp>
        <p:nvSpPr>
          <p:cNvPr id="1725052871" name="Marcador de pie de página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2017465178" name="Marcador de número de diapositiva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s-ES"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En blanc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0685690" name="Marcador de fecha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s-ES"/>
              <a:t>30.10.2013</a:t>
            </a:fld>
            <a:endParaRPr lang="es-ES"/>
          </a:p>
        </p:txBody>
      </p:sp>
      <p:sp>
        <p:nvSpPr>
          <p:cNvPr id="1086437708" name="Marcador de pie de página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155099679" name="Marcador de número de diapositiva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s-ES"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ido con títul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7711082" name="Título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s-ES"/>
              <a:t>Haga clic para modificar el estilo de título del patrón</a:t>
            </a:r>
            <a:endParaRPr lang="es-ES"/>
          </a:p>
        </p:txBody>
      </p:sp>
      <p:sp>
        <p:nvSpPr>
          <p:cNvPr id="1097694069" name="Marcador de contenido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s-ES"/>
              <a:t>Haga clic para modificar el estilo de texto del patrón</a:t>
            </a:r>
            <a:endParaRPr/>
          </a:p>
          <a:p>
            <a:pPr lvl="1">
              <a:defRPr/>
            </a:pPr>
            <a:r>
              <a:rPr lang="es-ES"/>
              <a:t>Segundo nivel</a:t>
            </a:r>
            <a:endParaRPr/>
          </a:p>
          <a:p>
            <a:pPr lvl="2">
              <a:defRPr/>
            </a:pPr>
            <a:r>
              <a:rPr lang="es-ES"/>
              <a:t>Tercer nivel</a:t>
            </a:r>
            <a:endParaRPr/>
          </a:p>
          <a:p>
            <a:pPr lvl="3">
              <a:defRPr/>
            </a:pPr>
            <a:r>
              <a:rPr lang="es-ES"/>
              <a:t>Cuarto nivel</a:t>
            </a:r>
            <a:endParaRPr/>
          </a:p>
          <a:p>
            <a:pPr lvl="4">
              <a:defRPr/>
            </a:pPr>
            <a:r>
              <a:rPr lang="es-ES"/>
              <a:t>Quinto nivel</a:t>
            </a:r>
            <a:endParaRPr lang="es-ES"/>
          </a:p>
        </p:txBody>
      </p:sp>
      <p:sp>
        <p:nvSpPr>
          <p:cNvPr id="1374815504" name="Marcador de texto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s-ES"/>
              <a:t>Haga clic para modificar el estilo de texto del patrón</a:t>
            </a:r>
            <a:endParaRPr/>
          </a:p>
        </p:txBody>
      </p:sp>
      <p:sp>
        <p:nvSpPr>
          <p:cNvPr id="446429170" name="Marcador de fecha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s-ES"/>
              <a:t>30.10.2013</a:t>
            </a:fld>
            <a:endParaRPr lang="es-ES"/>
          </a:p>
        </p:txBody>
      </p:sp>
      <p:sp>
        <p:nvSpPr>
          <p:cNvPr id="399319308" name="Marcador de pie de página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2034456741" name="Marcador de número de diapositiva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s-ES"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Imagen con títul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3814891" name="Título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s-ES"/>
              <a:t>Haga clic para modificar el estilo de título del patrón</a:t>
            </a:r>
            <a:endParaRPr lang="es-ES"/>
          </a:p>
        </p:txBody>
      </p:sp>
      <p:sp>
        <p:nvSpPr>
          <p:cNvPr id="892246411" name="Marcador de posición de imagen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s-ES"/>
              <a:t>Haga clic en el icono para agregar una imagen</a:t>
            </a:r>
            <a:endParaRPr lang="es-ES"/>
          </a:p>
        </p:txBody>
      </p:sp>
      <p:sp>
        <p:nvSpPr>
          <p:cNvPr id="2085212016" name="Marcador de texto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s-ES"/>
              <a:t>Haga clic para modificar el estilo de texto del patrón</a:t>
            </a:r>
            <a:endParaRPr/>
          </a:p>
        </p:txBody>
      </p:sp>
      <p:sp>
        <p:nvSpPr>
          <p:cNvPr id="281363058" name="Marcador de fecha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s-ES"/>
              <a:t>30.10.2013</a:t>
            </a:fld>
            <a:endParaRPr lang="es-ES"/>
          </a:p>
        </p:txBody>
      </p:sp>
      <p:sp>
        <p:nvSpPr>
          <p:cNvPr id="1094526830" name="Marcador de pie de página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1722245162" name="Marcador de número de diapositiva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s-ES"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ítulo y texto vertical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5308665" name="Títu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s-ES"/>
              <a:t>Haga clic para modificar el estilo de título del patrón</a:t>
            </a:r>
            <a:endParaRPr lang="es-ES"/>
          </a:p>
        </p:txBody>
      </p:sp>
      <p:sp>
        <p:nvSpPr>
          <p:cNvPr id="867162758" name="Marcador de texto vertical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s-ES"/>
              <a:t>Haga clic para modificar el estilo de texto del patrón</a:t>
            </a:r>
            <a:endParaRPr/>
          </a:p>
          <a:p>
            <a:pPr lvl="1">
              <a:defRPr/>
            </a:pPr>
            <a:r>
              <a:rPr lang="es-ES"/>
              <a:t>Segundo nivel</a:t>
            </a:r>
            <a:endParaRPr/>
          </a:p>
          <a:p>
            <a:pPr lvl="2">
              <a:defRPr/>
            </a:pPr>
            <a:r>
              <a:rPr lang="es-ES"/>
              <a:t>Tercer nivel</a:t>
            </a:r>
            <a:endParaRPr/>
          </a:p>
          <a:p>
            <a:pPr lvl="3">
              <a:defRPr/>
            </a:pPr>
            <a:r>
              <a:rPr lang="es-ES"/>
              <a:t>Cuarto nivel</a:t>
            </a:r>
            <a:endParaRPr/>
          </a:p>
          <a:p>
            <a:pPr lvl="4">
              <a:defRPr/>
            </a:pPr>
            <a:r>
              <a:rPr lang="es-ES"/>
              <a:t>Quinto nivel</a:t>
            </a:r>
            <a:endParaRPr lang="es-ES"/>
          </a:p>
        </p:txBody>
      </p:sp>
      <p:sp>
        <p:nvSpPr>
          <p:cNvPr id="2034990070" name="Marcador de fecha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s-ES"/>
              <a:t>30.10.2013</a:t>
            </a:fld>
            <a:endParaRPr lang="es-ES"/>
          </a:p>
        </p:txBody>
      </p:sp>
      <p:sp>
        <p:nvSpPr>
          <p:cNvPr id="713366494" name="Marcador de pie de página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279982557" name="Marcador de número de diapositiva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s-ES"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Título vertical y text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646016" name="Título vertical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s-ES"/>
              <a:t>Haga clic para modificar el estilo de título del patrón</a:t>
            </a:r>
            <a:endParaRPr lang="es-ES"/>
          </a:p>
        </p:txBody>
      </p:sp>
      <p:sp>
        <p:nvSpPr>
          <p:cNvPr id="549667129" name="Marcador de texto vertical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s-ES"/>
              <a:t>Haga clic para modificar el estilo de texto del patrón</a:t>
            </a:r>
            <a:endParaRPr/>
          </a:p>
          <a:p>
            <a:pPr lvl="1">
              <a:defRPr/>
            </a:pPr>
            <a:r>
              <a:rPr lang="es-ES"/>
              <a:t>Segundo nivel</a:t>
            </a:r>
            <a:endParaRPr/>
          </a:p>
          <a:p>
            <a:pPr lvl="2">
              <a:defRPr/>
            </a:pPr>
            <a:r>
              <a:rPr lang="es-ES"/>
              <a:t>Tercer nivel</a:t>
            </a:r>
            <a:endParaRPr/>
          </a:p>
          <a:p>
            <a:pPr lvl="3">
              <a:defRPr/>
            </a:pPr>
            <a:r>
              <a:rPr lang="es-ES"/>
              <a:t>Cuarto nivel</a:t>
            </a:r>
            <a:endParaRPr/>
          </a:p>
          <a:p>
            <a:pPr lvl="4">
              <a:defRPr/>
            </a:pPr>
            <a:r>
              <a:rPr lang="es-ES"/>
              <a:t>Quinto nivel</a:t>
            </a:r>
            <a:endParaRPr lang="es-ES"/>
          </a:p>
        </p:txBody>
      </p:sp>
      <p:sp>
        <p:nvSpPr>
          <p:cNvPr id="1605187793" name="Marcador de fecha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s-ES"/>
              <a:t>30.10.2013</a:t>
            </a:fld>
            <a:endParaRPr lang="es-ES"/>
          </a:p>
        </p:txBody>
      </p:sp>
      <p:sp>
        <p:nvSpPr>
          <p:cNvPr id="1338951065" name="Marcador de pie de página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1573019800" name="Marcador de número de diapositiva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s-ES"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7110705" name="Marcador de título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s-ES"/>
              <a:t>Haga clic para modificar el estilo de título del patrón</a:t>
            </a:r>
            <a:endParaRPr lang="es-ES"/>
          </a:p>
        </p:txBody>
      </p:sp>
      <p:sp>
        <p:nvSpPr>
          <p:cNvPr id="998997834" name="Marcador de texto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s-ES"/>
              <a:t>Haga clic para modificar el estilo de texto del patrón</a:t>
            </a:r>
            <a:endParaRPr/>
          </a:p>
          <a:p>
            <a:pPr lvl="1">
              <a:defRPr/>
            </a:pPr>
            <a:r>
              <a:rPr lang="es-ES"/>
              <a:t>Segundo nivel</a:t>
            </a:r>
            <a:endParaRPr/>
          </a:p>
          <a:p>
            <a:pPr lvl="2">
              <a:defRPr/>
            </a:pPr>
            <a:r>
              <a:rPr lang="es-ES"/>
              <a:t>Tercer nivel</a:t>
            </a:r>
            <a:endParaRPr/>
          </a:p>
          <a:p>
            <a:pPr lvl="3">
              <a:defRPr/>
            </a:pPr>
            <a:r>
              <a:rPr lang="es-ES"/>
              <a:t>Cuarto nivel</a:t>
            </a:r>
            <a:endParaRPr/>
          </a:p>
          <a:p>
            <a:pPr lvl="4">
              <a:defRPr/>
            </a:pPr>
            <a:r>
              <a:rPr lang="es-ES"/>
              <a:t>Quinto nivel</a:t>
            </a:r>
            <a:endParaRPr lang="es-ES"/>
          </a:p>
        </p:txBody>
      </p:sp>
      <p:sp>
        <p:nvSpPr>
          <p:cNvPr id="1865926052" name="Marcador de fecha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s-ES"/>
              <a:t>30.10.2013</a:t>
            </a:fld>
            <a:endParaRPr lang="es-ES"/>
          </a:p>
        </p:txBody>
      </p:sp>
      <p:sp>
        <p:nvSpPr>
          <p:cNvPr id="1707890372" name="Marcador de pie de página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1881767458" name="Marcador de número de diapositiva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s-ES"/>
              <a:t>‹#›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jpg"/><Relationship Id="rId4" Type="http://schemas.openxmlformats.org/officeDocument/2006/relationships/image" Target="../media/image4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895343" name="Título 1"/>
          <p:cNvSpPr>
            <a:spLocks noGrp="1"/>
          </p:cNvSpPr>
          <p:nvPr>
            <p:ph type="ctrTitle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b" anchorCtr="0" forceAA="0" upright="0" compatLnSpc="0">
            <a:normAutofit fontScale="95000" lnSpcReduction="1000"/>
          </a:bodyPr>
          <a:lstStyle/>
          <a:p>
            <a:pPr>
              <a:defRPr/>
            </a:pPr>
            <a:r>
              <a:rPr lang="en-US"/>
              <a:t>Tarjeta de red (NIC) </a:t>
            </a:r>
            <a:br>
              <a:rPr/>
            </a:br>
            <a:br>
              <a:rPr/>
            </a:br>
            <a:endParaRPr/>
          </a:p>
        </p:txBody>
      </p:sp>
      <p:sp>
        <p:nvSpPr>
          <p:cNvPr id="1921835132" name="Subtítulo 2"/>
          <p:cNvSpPr>
            <a:spLocks noGrp="1"/>
          </p:cNvSpPr>
          <p:nvPr>
            <p:ph type="subTitle"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sz="1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El puente esencial entre el sistema y la red.</a:t>
            </a:r>
            <a:endParaRPr sz="18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sz="1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Certificado de Profesionalidad IFCT0209</a:t>
            </a:r>
            <a:endParaRPr sz="1800" b="0" i="0" u="none" strike="noStrike" cap="none" spc="0">
              <a:solidFill>
                <a:srgbClr val="64748B"/>
              </a:solidFill>
              <a:latin typeface="Times New Roman"/>
              <a:cs typeface="Times New Roman"/>
            </a:endParaRPr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sz="2400"/>
          </a:p>
          <a:p>
            <a:pPr>
              <a:defRPr/>
            </a:pPr>
            <a:endParaRPr lang="es-ES"/>
          </a:p>
        </p:txBody>
      </p:sp>
      <p:sp>
        <p:nvSpPr>
          <p:cNvPr id="1600637597" name=""/>
          <p:cNvSpPr/>
          <p:nvPr/>
        </p:nvSpPr>
        <p:spPr bwMode="auto">
          <a:xfrm>
            <a:off x="4498119" y="4159476"/>
            <a:ext cx="2884409" cy="36611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9765891" name="Title 1"/>
          <p:cNvSpPr>
            <a:spLocks noGrp="1"/>
          </p:cNvSpPr>
          <p:nvPr>
            <p:ph type="title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0000" lnSpcReduction="2000"/>
          </a:bodyPr>
          <a:lstStyle/>
          <a:p>
            <a:pPr algn="ctr">
              <a:defRPr/>
            </a:pPr>
            <a:r>
              <a:rPr lang="en-US"/>
              <a:t>Fundamentos de hardware</a:t>
            </a:r>
            <a:br>
              <a:rPr lang="en-US"/>
            </a:br>
            <a:br>
              <a:rPr lang="en-US"/>
            </a:br>
            <a:r>
              <a:rPr lang="en-US" sz="1800" b="0" i="0" u="none" strike="noStrike" cap="none" spc="0">
                <a:solidFill>
                  <a:schemeClr val="tx1"/>
                </a:solidFill>
                <a:latin typeface="Urbanist"/>
                <a:ea typeface="Urbanist"/>
                <a:cs typeface="Urbanist"/>
              </a:rPr>
              <a:t>Entendiendo la anatomía física de la NIC (Network Interface Card)</a:t>
            </a:r>
            <a:r>
              <a:rPr lang="en-US" sz="1800">
                <a:solidFill>
                  <a:schemeClr val="tx1"/>
                </a:solidFill>
              </a:rPr>
              <a:t> </a:t>
            </a:r>
            <a:endParaRPr sz="1800">
              <a:solidFill>
                <a:schemeClr val="tx1"/>
              </a:solidFill>
            </a:endParaRPr>
          </a:p>
        </p:txBody>
      </p:sp>
      <p:sp>
        <p:nvSpPr>
          <p:cNvPr id="1505161887" name="Marcador de contenido 2"/>
          <p:cNvSpPr>
            <a:spLocks noGrp="1"/>
          </p:cNvSpPr>
          <p:nvPr>
            <p:ph idx="1"/>
          </p:nvPr>
        </p:nvSpPr>
        <p:spPr bwMode="auto">
          <a:xfrm flipH="0" flipV="0">
            <a:off x="838198" y="2587333"/>
            <a:ext cx="10515600" cy="3589629"/>
          </a:xfrm>
        </p:spPr>
        <p:txBody>
          <a:bodyPr/>
          <a:lstStyle/>
          <a:p>
            <a:pPr algn="ctr">
              <a:defRPr/>
            </a:pPr>
            <a:endParaRPr sz="1800"/>
          </a:p>
          <a:p>
            <a:pPr algn="ctr">
              <a:defRPr/>
            </a:pPr>
            <a:endParaRPr sz="1800"/>
          </a:p>
        </p:txBody>
      </p:sp>
      <p:pic>
        <p:nvPicPr>
          <p:cNvPr id="1376236235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3397162" y="2587333"/>
            <a:ext cx="5397673" cy="3589629"/>
          </a:xfrm>
          <a:prstGeom prst="rect">
            <a:avLst/>
          </a:prstGeom>
        </p:spPr>
      </p:pic>
      <p:sp>
        <p:nvSpPr>
          <p:cNvPr id="1674171003" name=""/>
          <p:cNvSpPr/>
          <p:nvPr/>
        </p:nvSpPr>
        <p:spPr bwMode="auto">
          <a:xfrm rot="0" flipH="0" flipV="0">
            <a:off x="3907207" y="2120290"/>
            <a:ext cx="4377585" cy="97859"/>
          </a:xfrm>
          <a:prstGeom prst="mathMinus">
            <a:avLst>
              <a:gd name="adj1" fmla="val 2352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1693438" name="Title 1"/>
          <p:cNvSpPr>
            <a:spLocks noGrp="1"/>
          </p:cNvSpPr>
          <p:nvPr>
            <p:ph type="title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0000" lnSpcReduction="2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br>
              <a:rPr lang="en-US" sz="4400" b="1" i="0" u="none" strike="noStrike" cap="none" spc="0">
                <a:solidFill>
                  <a:schemeClr val="tx1"/>
                </a:solidFill>
                <a:latin typeface="Urbanist"/>
                <a:ea typeface="Urbanist"/>
                <a:cs typeface="Urbanist"/>
              </a:rPr>
            </a:br>
            <a:r>
              <a:rPr lang="en-US" sz="4400" b="1" i="0" u="none" strike="noStrike" cap="none" spc="0">
                <a:solidFill>
                  <a:schemeClr val="tx1"/>
                </a:solidFill>
                <a:latin typeface="Urbanist"/>
                <a:ea typeface="Urbanist"/>
                <a:cs typeface="Urbanist"/>
              </a:rPr>
              <a:t>¿Qué es una NIC?</a:t>
            </a:r>
            <a:endParaRPr sz="4400"/>
          </a:p>
          <a:p>
            <a:pPr>
              <a:defRPr/>
            </a:pPr>
            <a:endParaRPr/>
          </a:p>
        </p:txBody>
      </p:sp>
      <p:sp>
        <p:nvSpPr>
          <p:cNvPr id="521396456" name=""/>
          <p:cNvSpPr/>
          <p:nvPr/>
        </p:nvSpPr>
        <p:spPr bwMode="auto">
          <a:xfrm rot="0" flipH="0" flipV="0">
            <a:off x="1109742" y="2744188"/>
            <a:ext cx="4514589" cy="30205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8547601" name=""/>
          <p:cNvSpPr/>
          <p:nvPr/>
        </p:nvSpPr>
        <p:spPr bwMode="auto">
          <a:xfrm rot="0" flipH="0" flipV="0">
            <a:off x="6615975" y="2744188"/>
            <a:ext cx="4331917" cy="30205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90027037" name=""/>
          <p:cNvSpPr txBox="1"/>
          <p:nvPr/>
        </p:nvSpPr>
        <p:spPr bwMode="auto">
          <a:xfrm rot="0" flipH="0" flipV="0">
            <a:off x="1591436" y="2744188"/>
            <a:ext cx="3747279" cy="475847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 b="1" i="0" u="none" strike="noStrike" cap="none" spc="0">
                <a:solidFill>
                  <a:schemeClr val="tx1"/>
                </a:solidFill>
                <a:latin typeface="Urbanist"/>
                <a:ea typeface="Urbanist"/>
                <a:cs typeface="Urbanist"/>
              </a:rPr>
              <a:t>Definición Técnica</a:t>
            </a:r>
            <a:endParaRPr sz="1800">
              <a:solidFill>
                <a:schemeClr val="tx1"/>
              </a:solidFill>
            </a:endParaRPr>
          </a:p>
        </p:txBody>
      </p:sp>
      <p:sp>
        <p:nvSpPr>
          <p:cNvPr id="777457761" name=""/>
          <p:cNvSpPr txBox="1"/>
          <p:nvPr/>
        </p:nvSpPr>
        <p:spPr bwMode="auto">
          <a:xfrm rot="0" flipH="0" flipV="0">
            <a:off x="1533800" y="3292148"/>
            <a:ext cx="3808514" cy="17377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Urbanist"/>
                <a:ea typeface="Urbanist"/>
                <a:cs typeface="Urbanist"/>
              </a:rPr>
              <a:t>Es un componente de hardware que permite la comunicación entre un ordenador y otros dispositivos dentro de una red informática, operando en las capas 1 y 2 del modelo OSI.(Cableado)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2124393602" name=""/>
          <p:cNvSpPr txBox="1"/>
          <p:nvPr/>
        </p:nvSpPr>
        <p:spPr bwMode="auto">
          <a:xfrm rot="0" flipH="0" flipV="0">
            <a:off x="7026986" y="2844952"/>
            <a:ext cx="1886304" cy="750167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 b="1" i="0" u="none" strike="noStrike" cap="none" spc="0">
                <a:solidFill>
                  <a:schemeClr val="tx1"/>
                </a:solidFill>
                <a:latin typeface="Urbanist"/>
                <a:ea typeface="Urbanist"/>
                <a:cs typeface="Urbanist"/>
              </a:rPr>
              <a:t>Identidad Única</a:t>
            </a:r>
            <a:endParaRPr sz="1800">
              <a:solidFill>
                <a:schemeClr val="tx1"/>
              </a:solidFill>
            </a:endParaRPr>
          </a:p>
          <a:p>
            <a:pPr>
              <a:defRPr/>
            </a:pPr>
            <a:endParaRPr/>
          </a:p>
        </p:txBody>
      </p:sp>
      <p:sp>
        <p:nvSpPr>
          <p:cNvPr id="1646720065" name=""/>
          <p:cNvSpPr txBox="1"/>
          <p:nvPr/>
        </p:nvSpPr>
        <p:spPr bwMode="auto">
          <a:xfrm rot="0" flipH="0" flipV="0">
            <a:off x="7079177" y="3429000"/>
            <a:ext cx="3570772" cy="20120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Urbanist"/>
                <a:ea typeface="Urbanist"/>
                <a:cs typeface="Urbanist"/>
              </a:rPr>
              <a:t>Cada tarjeta posee una dirección física única grabada en su memoria ROM, conocida como dirección MAC (Media Access Control), esencial para el direccionamiento a nivel de enlace.</a:t>
            </a:r>
            <a:endParaRPr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767647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4400" b="1" i="0" u="none" strike="noStrike" cap="none" spc="0">
                <a:solidFill>
                  <a:schemeClr val="tx1"/>
                </a:solidFill>
                <a:latin typeface="Urbanist"/>
                <a:ea typeface="Urbanist"/>
                <a:cs typeface="Urbanist"/>
              </a:rPr>
              <a:t>Anatomía de la Tarjeta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2038843437" name="Marcador de contenido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Wingdings"/>
              <a:buChar char="ü"/>
              <a:defRPr/>
            </a:pPr>
            <a:endParaRPr sz="1800">
              <a:solidFill>
                <a:schemeClr val="tx1"/>
              </a:solidFill>
            </a:endParaRPr>
          </a:p>
          <a:p>
            <a:pPr lvl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Wingdings"/>
              <a:buChar char="ü"/>
              <a:defRPr/>
            </a:pPr>
            <a:endParaRPr lang="en-US" sz="18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lvl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Wingdings"/>
              <a:buChar char="ü"/>
              <a:defRPr/>
            </a:pPr>
            <a:endParaRPr lang="en-US" sz="18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lvl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Wingdings"/>
              <a:buChar char="ü"/>
              <a:defRPr/>
            </a:pPr>
            <a:r>
              <a:rPr lang="en-US" sz="1800" b="1" i="0" u="none" strike="noStrike" cap="none" spc="0">
                <a:solidFill>
                  <a:schemeClr val="tx1"/>
                </a:solidFill>
                <a:latin typeface="Urbanist"/>
                <a:ea typeface="Urbanist"/>
                <a:cs typeface="Urbanist"/>
              </a:rPr>
              <a:t>Controlador: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Urbanist"/>
                <a:ea typeface="Urbanist"/>
                <a:cs typeface="Urbanist"/>
              </a:rPr>
              <a:t> Procesa las tramas de datos.</a:t>
            </a:r>
            <a:endParaRPr lang="en-US" sz="18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lvl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Wingdings"/>
              <a:buChar char="ü"/>
              <a:defRPr/>
            </a:pPr>
            <a:r>
              <a:rPr lang="en-US" sz="1800" b="1" i="0" u="none" strike="noStrike" cap="none" spc="0">
                <a:solidFill>
                  <a:schemeClr val="tx1"/>
                </a:solidFill>
                <a:latin typeface="Urbanist"/>
                <a:ea typeface="Urbanist"/>
                <a:cs typeface="Urbanist"/>
              </a:rPr>
              <a:t>Puerto RJ-45: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Urbanist"/>
                <a:ea typeface="Urbanist"/>
                <a:cs typeface="Urbanist"/>
              </a:rPr>
              <a:t> Punto de conexión física para cable UTP.</a:t>
            </a:r>
            <a:endParaRPr sz="1800">
              <a:solidFill>
                <a:schemeClr val="tx1"/>
              </a:solidFill>
            </a:endParaRPr>
          </a:p>
          <a:p>
            <a:pPr lvl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Wingdings"/>
              <a:buChar char="ü"/>
              <a:defRPr/>
            </a:pPr>
            <a:r>
              <a:rPr lang="en-US" sz="1800" b="1" i="0" u="none" strike="noStrike" cap="none" spc="0">
                <a:solidFill>
                  <a:schemeClr val="tx1"/>
                </a:solidFill>
                <a:latin typeface="Urbanist"/>
                <a:ea typeface="Urbanist"/>
                <a:cs typeface="Urbanist"/>
              </a:rPr>
              <a:t>Interfaz de Bus: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Urbanist"/>
                <a:ea typeface="Urbanist"/>
                <a:cs typeface="Urbanist"/>
              </a:rPr>
              <a:t> Conexión a la placa base (PCIe).</a:t>
            </a:r>
            <a:endParaRPr sz="1800">
              <a:solidFill>
                <a:schemeClr val="tx1"/>
              </a:solidFill>
            </a:endParaRPr>
          </a:p>
          <a:p>
            <a:pPr lvl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Wingdings"/>
              <a:buChar char="ü"/>
              <a:defRPr/>
            </a:pPr>
            <a:r>
              <a:rPr lang="en-US" sz="1800" b="1" i="0" u="none" strike="noStrike" cap="none" spc="0">
                <a:solidFill>
                  <a:schemeClr val="tx1"/>
                </a:solidFill>
                <a:latin typeface="Urbanist"/>
                <a:ea typeface="Urbanist"/>
                <a:cs typeface="Urbanist"/>
              </a:rPr>
              <a:t>Indicadores LED: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Urbanist"/>
                <a:ea typeface="Urbanist"/>
                <a:cs typeface="Urbanist"/>
              </a:rPr>
              <a:t> Muestran estado de enlace y actividad.</a:t>
            </a:r>
            <a:endParaRPr sz="180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185757" name="Title 1"/>
          <p:cNvSpPr>
            <a:spLocks noGrp="1"/>
          </p:cNvSpPr>
          <p:nvPr>
            <p:ph type="title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0000" lnSpcReduction="2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4400" b="1" i="0" u="none" strike="noStrike" cap="none" spc="0">
                <a:solidFill>
                  <a:schemeClr val="tx1"/>
                </a:solidFill>
                <a:latin typeface="Urbanist"/>
                <a:ea typeface="Urbanist"/>
                <a:cs typeface="Urbanist"/>
              </a:rPr>
              <a:t>Evolución del Bus</a:t>
            </a:r>
            <a:endParaRPr sz="4400">
              <a:solidFill>
                <a:schemeClr val="tx1"/>
              </a:solidFill>
            </a:endParaRPr>
          </a:p>
          <a:p>
            <a:pPr>
              <a:defRPr/>
            </a:pPr>
            <a:endParaRPr/>
          </a:p>
        </p:txBody>
      </p:sp>
      <p:pic>
        <p:nvPicPr>
          <p:cNvPr id="1677614542" name="Google Shape;132;p17" descr="image.png"/>
          <p:cNvPicPr/>
          <p:nvPr/>
        </p:nvPicPr>
        <p:blipFill rotWithShape="1">
          <a:blip r:embed="rId3">
            <a:alphaModFix/>
          </a:blip>
          <a:srcRect l="0" t="0" r="0" b="0"/>
          <a:stretch/>
        </p:blipFill>
        <p:spPr bwMode="auto">
          <a:xfrm>
            <a:off x="581024" y="2386904"/>
            <a:ext cx="3524249" cy="3082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7835980" name="Google Shape;132;p17" descr="image.png"/>
          <p:cNvPicPr/>
          <p:nvPr/>
        </p:nvPicPr>
        <p:blipFill rotWithShape="1">
          <a:blip r:embed="rId3">
            <a:alphaModFix/>
          </a:blip>
          <a:srcRect l="0" t="0" r="0" b="0"/>
          <a:stretch/>
        </p:blipFill>
        <p:spPr bwMode="auto">
          <a:xfrm>
            <a:off x="4333874" y="2386904"/>
            <a:ext cx="3524249" cy="3082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1004997" name="Google Shape;132;p17" descr="image.png"/>
          <p:cNvPicPr/>
          <p:nvPr/>
        </p:nvPicPr>
        <p:blipFill rotWithShape="1">
          <a:blip r:embed="rId3">
            <a:alphaModFix/>
          </a:blip>
          <a:srcRect l="0" t="0" r="0" b="0"/>
          <a:stretch/>
        </p:blipFill>
        <p:spPr bwMode="auto">
          <a:xfrm>
            <a:off x="8079418" y="2386904"/>
            <a:ext cx="3524249" cy="3082230"/>
          </a:xfrm>
          <a:prstGeom prst="rect">
            <a:avLst/>
          </a:prstGeom>
          <a:noFill/>
          <a:ln>
            <a:noFill/>
          </a:ln>
        </p:spPr>
      </p:pic>
      <p:sp>
        <p:nvSpPr>
          <p:cNvPr id="2050900171" name=""/>
          <p:cNvSpPr txBox="1"/>
          <p:nvPr/>
        </p:nvSpPr>
        <p:spPr bwMode="auto">
          <a:xfrm rot="0" flipH="0" flipV="0">
            <a:off x="1148886" y="2727020"/>
            <a:ext cx="1136279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1800" b="1" i="0" u="none" strike="noStrike" cap="none" spc="0">
                <a:solidFill>
                  <a:srgbClr val="F8FAFC"/>
                </a:solidFill>
                <a:latin typeface="Urbanist"/>
                <a:ea typeface="Urbanist"/>
                <a:cs typeface="Urbanist"/>
              </a:rPr>
              <a:t>ISA / PCI</a:t>
            </a:r>
            <a:endParaRPr/>
          </a:p>
        </p:txBody>
      </p:sp>
      <p:sp>
        <p:nvSpPr>
          <p:cNvPr id="851092168" name=""/>
          <p:cNvSpPr txBox="1"/>
          <p:nvPr/>
        </p:nvSpPr>
        <p:spPr bwMode="auto">
          <a:xfrm rot="0" flipH="0" flipV="0">
            <a:off x="1044534" y="3340273"/>
            <a:ext cx="2761408" cy="146340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1800" b="0" i="0" u="none" strike="noStrike" cap="none" spc="0">
                <a:solidFill>
                  <a:schemeClr val="bg1"/>
                </a:solidFill>
                <a:latin typeface="Urbanist"/>
                <a:ea typeface="Urbanist"/>
                <a:cs typeface="Urbanist"/>
              </a:rPr>
              <a:t>Buses antiguos con transmisión en paralelo. Limitados por bajas tasas de transferencia y latencia compartida.</a:t>
            </a:r>
            <a:endParaRPr/>
          </a:p>
        </p:txBody>
      </p:sp>
      <p:sp>
        <p:nvSpPr>
          <p:cNvPr id="826231619" name=""/>
          <p:cNvSpPr txBox="1"/>
          <p:nvPr/>
        </p:nvSpPr>
        <p:spPr bwMode="auto">
          <a:xfrm rot="0" flipH="0" flipV="0">
            <a:off x="4834931" y="2798784"/>
            <a:ext cx="1987829" cy="750167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 b="1" i="0" u="none" strike="noStrike" cap="none" spc="0">
                <a:solidFill>
                  <a:srgbClr val="F8FAFC"/>
                </a:solidFill>
                <a:latin typeface="Urbanist"/>
                <a:ea typeface="Urbanist"/>
                <a:cs typeface="Urbanist"/>
              </a:rPr>
              <a:t>PCI Express (x1)</a:t>
            </a:r>
            <a:endParaRPr sz="1800"/>
          </a:p>
          <a:p>
            <a:pPr>
              <a:defRPr/>
            </a:pPr>
            <a:endParaRPr/>
          </a:p>
        </p:txBody>
      </p:sp>
      <p:sp>
        <p:nvSpPr>
          <p:cNvPr id="1517872877" name=""/>
          <p:cNvSpPr txBox="1"/>
          <p:nvPr/>
        </p:nvSpPr>
        <p:spPr bwMode="auto">
          <a:xfrm rot="0" flipH="0" flipV="0">
            <a:off x="4834931" y="3278251"/>
            <a:ext cx="2788615" cy="146340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1800" b="0" i="0" u="none" strike="noStrike" cap="none" spc="0">
                <a:solidFill>
                  <a:schemeClr val="bg1"/>
                </a:solidFill>
                <a:latin typeface="Urbanist"/>
                <a:ea typeface="Urbanist"/>
                <a:cs typeface="Urbanist"/>
              </a:rPr>
              <a:t>El estándar actual. Utiliza transmisión en serie de alta velocidad con canales dedicados (Lanes) punto a punto.</a:t>
            </a:r>
            <a:endParaRPr>
              <a:solidFill>
                <a:schemeClr val="bg1"/>
              </a:solidFill>
            </a:endParaRPr>
          </a:p>
        </p:txBody>
      </p:sp>
      <p:sp>
        <p:nvSpPr>
          <p:cNvPr id="1203439736" name=""/>
          <p:cNvSpPr txBox="1"/>
          <p:nvPr/>
        </p:nvSpPr>
        <p:spPr bwMode="auto">
          <a:xfrm rot="0" flipH="0" flipV="0">
            <a:off x="8560119" y="2798784"/>
            <a:ext cx="2456851" cy="750167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 b="1" i="0" u="none" strike="noStrike" cap="none" spc="0">
                <a:solidFill>
                  <a:srgbClr val="F8FAFC"/>
                </a:solidFill>
                <a:latin typeface="Urbanist"/>
                <a:ea typeface="Urbanist"/>
                <a:cs typeface="Urbanist"/>
              </a:rPr>
              <a:t>Integrada (On-board)</a:t>
            </a:r>
            <a:endParaRPr sz="1800"/>
          </a:p>
          <a:p>
            <a:pPr>
              <a:defRPr/>
            </a:pPr>
            <a:endParaRPr/>
          </a:p>
        </p:txBody>
      </p:sp>
      <p:sp>
        <p:nvSpPr>
          <p:cNvPr id="1360270066" name=""/>
          <p:cNvSpPr txBox="1"/>
          <p:nvPr/>
        </p:nvSpPr>
        <p:spPr bwMode="auto">
          <a:xfrm rot="0" flipH="0" flipV="0">
            <a:off x="8560119" y="3278251"/>
            <a:ext cx="2592537" cy="17377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1800" b="0" i="0" u="none" strike="noStrike" cap="none" spc="0">
                <a:solidFill>
                  <a:schemeClr val="bg1"/>
                </a:solidFill>
                <a:latin typeface="Urbanist"/>
                <a:ea typeface="Urbanist"/>
                <a:cs typeface="Urbanist"/>
              </a:rPr>
              <a:t>I</a:t>
            </a:r>
            <a:r>
              <a:rPr lang="en-US" sz="1800" b="0" i="0" u="none" strike="noStrike" cap="none" spc="0">
                <a:solidFill>
                  <a:schemeClr val="bg1"/>
                </a:solidFill>
                <a:latin typeface="Urbanist"/>
                <a:ea typeface="Urbanist"/>
                <a:cs typeface="Urbanist"/>
              </a:rPr>
              <a:t>mp</a:t>
            </a:r>
            <a:r>
              <a:rPr lang="en-US" sz="1800" b="0" i="0" u="none" strike="noStrike" cap="none" spc="0">
                <a:solidFill>
                  <a:schemeClr val="bg1"/>
                </a:solidFill>
                <a:latin typeface="Urbanist"/>
                <a:ea typeface="Urbanist"/>
                <a:cs typeface="Urbanist"/>
              </a:rPr>
              <a:t>lementada directamente en el PCB de la placa base, gestionada por el Chipset (Southbridge/PCH)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5121993" name="Title 1"/>
          <p:cNvSpPr>
            <a:spLocks noGrp="1"/>
          </p:cNvSpPr>
          <p:nvPr>
            <p:ph type="title"/>
          </p:nvPr>
        </p:nvSpPr>
        <p:spPr bwMode="auto">
          <a:xfrm>
            <a:off x="838198" y="567367"/>
            <a:ext cx="10515600" cy="1325562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0000" lnSpcReduction="2000"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4400" b="1" i="0" u="none" strike="noStrike" cap="none" spc="0">
                <a:solidFill>
                  <a:schemeClr val="tx1"/>
                </a:solidFill>
                <a:latin typeface="Urbanist"/>
                <a:ea typeface="Urbanist"/>
                <a:cs typeface="Urbanist"/>
              </a:rPr>
              <a:t>Conectividad y </a:t>
            </a:r>
            <a:r>
              <a:rPr lang="en-US" sz="4400" b="1" i="0" u="none" strike="noStrike" cap="none" spc="0">
                <a:solidFill>
                  <a:schemeClr val="tx1"/>
                </a:solidFill>
                <a:latin typeface="Urbanist"/>
                <a:ea typeface="Urbanist"/>
                <a:cs typeface="Urbanist"/>
              </a:rPr>
              <a:t>Redes</a:t>
            </a:r>
            <a:endParaRPr sz="4400">
              <a:solidFill>
                <a:schemeClr val="tx1"/>
              </a:solidFill>
            </a:endParaRPr>
          </a:p>
          <a:p>
            <a:pPr>
              <a:defRPr/>
            </a:pPr>
            <a:endParaRPr/>
          </a:p>
        </p:txBody>
      </p:sp>
      <p:sp>
        <p:nvSpPr>
          <p:cNvPr id="680305181" name="Marcador de contenido 2"/>
          <p:cNvSpPr>
            <a:spLocks noGrp="1"/>
          </p:cNvSpPr>
          <p:nvPr>
            <p:ph idx="1"/>
          </p:nvPr>
        </p:nvSpPr>
        <p:spPr bwMode="auto">
          <a:xfrm flipH="0" flipV="0">
            <a:off x="838198" y="2299156"/>
            <a:ext cx="10515600" cy="947063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80000" lnSpcReduction="4000"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Urbanist"/>
                <a:ea typeface="Urbanist"/>
                <a:cs typeface="Urbanist"/>
              </a:rPr>
              <a:t>Integración en el entorno microinformático y diagnóstico básico</a:t>
            </a:r>
            <a:endParaRPr sz="2800">
              <a:solidFill>
                <a:schemeClr val="tx1"/>
              </a:solidFill>
            </a:endParaRPr>
          </a:p>
          <a:p>
            <a:pPr marL="0" indent="0">
              <a:buFont typeface="Arial"/>
              <a:buNone/>
              <a:defRPr/>
            </a:pPr>
            <a:endParaRPr/>
          </a:p>
        </p:txBody>
      </p:sp>
      <p:sp>
        <p:nvSpPr>
          <p:cNvPr id="2048466193" name=""/>
          <p:cNvSpPr/>
          <p:nvPr/>
        </p:nvSpPr>
        <p:spPr bwMode="auto">
          <a:xfrm rot="0" flipH="0" flipV="0">
            <a:off x="3444004" y="1552705"/>
            <a:ext cx="5303989" cy="221814"/>
          </a:xfrm>
          <a:prstGeom prst="mathMinus">
            <a:avLst>
              <a:gd name="adj1" fmla="val 2352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083594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4400" b="1" i="0" u="none" strike="noStrike" cap="none" spc="0">
                <a:solidFill>
                  <a:schemeClr val="tx1"/>
                </a:solidFill>
                <a:latin typeface="Urbanist"/>
                <a:ea typeface="Urbanist"/>
                <a:cs typeface="Urbanist"/>
              </a:rPr>
              <a:t>Tipos de</a:t>
            </a:r>
            <a:br>
              <a:rPr lang="en-US" sz="4400" b="1" i="0" u="none" strike="noStrike" cap="none" spc="0">
                <a:solidFill>
                  <a:schemeClr val="tx1"/>
                </a:solidFill>
                <a:latin typeface="Urbanist"/>
                <a:ea typeface="Urbanist"/>
                <a:cs typeface="Urbanist"/>
              </a:rPr>
            </a:br>
            <a:r>
              <a:rPr lang="en-US" sz="4400" b="1" i="0" u="none" strike="noStrike" cap="none" spc="0">
                <a:solidFill>
                  <a:schemeClr val="tx1"/>
                </a:solidFill>
                <a:latin typeface="Urbanist"/>
                <a:ea typeface="Urbanist"/>
                <a:cs typeface="Urbanist"/>
              </a:rPr>
              <a:t> Conexión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626527243" name="Marcador de contenido 2"/>
          <p:cNvSpPr>
            <a:spLocks noGrp="1"/>
          </p:cNvSpPr>
          <p:nvPr>
            <p:ph idx="1"/>
          </p:nvPr>
        </p:nvSpPr>
        <p:spPr bwMode="auto">
          <a:xfrm flipH="0" flipV="0">
            <a:off x="838199" y="1690687"/>
            <a:ext cx="3990207" cy="4486275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85000" lnSpcReduction="3000"/>
          </a:bodyPr>
          <a:lstStyle/>
          <a:p>
            <a:pPr>
              <a:defRPr/>
            </a:pPr>
            <a:r>
              <a:rPr lang="en-US" sz="2800" b="1" i="0" u="none" strike="noStrike" cap="none" spc="0">
                <a:solidFill>
                  <a:schemeClr val="tx1"/>
                </a:solidFill>
                <a:latin typeface="Urbanist"/>
                <a:ea typeface="Urbanist"/>
                <a:cs typeface="Urbanist"/>
              </a:rPr>
              <a:t>Ethernet (Cableada)</a:t>
            </a:r>
            <a:r>
              <a:rPr lang="en-US">
                <a:solidFill>
                  <a:schemeClr val="tx1"/>
                </a:solidFill>
              </a:rPr>
              <a:t>  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Urbanist"/>
                <a:ea typeface="Urbanist"/>
                <a:cs typeface="Urbanist"/>
              </a:rPr>
              <a:t>Máxima estabilidad y baja latencia.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Urbanist"/>
                <a:ea typeface="Urbanist"/>
                <a:cs typeface="Urbanist"/>
              </a:rPr>
              <a:t>Ideal para servidores y 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Urbanist"/>
                <a:ea typeface="Urbanist"/>
                <a:cs typeface="Urbanist"/>
              </a:rPr>
              <a:t>puestos de trabajo fijos.</a:t>
            </a:r>
            <a:endParaRPr>
              <a:solidFill>
                <a:schemeClr val="tx1"/>
              </a:solidFill>
            </a:endParaRPr>
          </a:p>
          <a:p>
            <a:pPr marL="0" indent="0">
              <a:buFont typeface="Arial"/>
              <a:buNone/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Times New Roman"/>
                <a:cs typeface="Times New Roman"/>
              </a:rPr>
              <a:t>                        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Times New Roman"/>
                <a:cs typeface="Times New Roman"/>
              </a:rPr>
              <a:t>(</a:t>
            </a:r>
            <a:r>
              <a:rPr lang="en-US" sz="1800" b="0" i="1" u="none" strike="noStrike" cap="none" spc="0">
                <a:solidFill>
                  <a:schemeClr val="tx1"/>
                </a:solidFill>
                <a:latin typeface="Times New Roman"/>
                <a:cs typeface="Times New Roman"/>
              </a:rPr>
              <a:t>y para jugar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Times New Roman"/>
                <a:cs typeface="Times New Roman"/>
              </a:rPr>
              <a:t>)</a:t>
            </a:r>
            <a:endParaRPr lang="en-US" sz="18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0" marR="0" lvl="0" indent="0" algn="l" rtl="0">
              <a:lnSpc>
                <a:spcPct val="140079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es-ES" sz="28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0" marR="0" lvl="0" indent="0" algn="l" rtl="0">
              <a:lnSpc>
                <a:spcPct val="140079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en-US" sz="18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0" marR="0" lvl="0" indent="0" algn="l" rtl="0">
              <a:lnSpc>
                <a:spcPct val="140079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en-US" sz="18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0" marR="0" lvl="0" indent="0" algn="l" rtl="0">
              <a:lnSpc>
                <a:spcPct val="140079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en-US" sz="18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0" marR="0" lvl="0" indent="0" algn="l" rtl="0">
              <a:lnSpc>
                <a:spcPct val="140079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800" b="1" i="0" u="none" strike="noStrike" cap="none" spc="0">
                <a:solidFill>
                  <a:schemeClr val="tx1"/>
                </a:solidFill>
                <a:latin typeface="Urbanist"/>
                <a:ea typeface="Urbanist"/>
                <a:cs typeface="Urbanist"/>
              </a:rPr>
              <a:t>Wi-Fi (Inalámbrica)</a:t>
            </a:r>
            <a:endParaRPr lang="en-US" sz="18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0" marR="0" lvl="0" indent="0" algn="l" rtl="0">
              <a:lnSpc>
                <a:spcPct val="140079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Urbanist"/>
                <a:ea typeface="Urbanist"/>
                <a:cs typeface="Urbanist"/>
              </a:rPr>
              <a:t>Movilidad y flexibilidad. 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Urbanist"/>
                <a:ea typeface="Urbanist"/>
                <a:cs typeface="Urbanist"/>
              </a:rPr>
              <a:t>Estándares modernos (Wi-Fi 6) 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Urbanist"/>
                <a:ea typeface="Urbanist"/>
                <a:cs typeface="Urbanist"/>
              </a:rPr>
              <a:t>alcanzan velocidades Gigabit 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Urbanist"/>
                <a:ea typeface="Urbanist"/>
                <a:cs typeface="Urbanist"/>
              </a:rPr>
              <a:t>con menor interferencia.</a:t>
            </a:r>
            <a:endParaRPr lang="en-US" sz="18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endParaRPr lang="en-US" sz="18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pic>
        <p:nvPicPr>
          <p:cNvPr id="1989192165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6261611" y="1690687"/>
            <a:ext cx="2518333" cy="2032084"/>
          </a:xfrm>
          <a:prstGeom prst="rect">
            <a:avLst/>
          </a:prstGeom>
        </p:spPr>
      </p:pic>
      <p:pic>
        <p:nvPicPr>
          <p:cNvPr id="124406818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6261611" y="3933825"/>
            <a:ext cx="2558325" cy="191874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7605583" name="Title 1"/>
          <p:cNvSpPr>
            <a:spLocks noGrp="1"/>
          </p:cNvSpPr>
          <p:nvPr>
            <p:ph type="title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0000" lnSpcReduction="2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4400" b="1" i="0" u="none" strike="noStrike" cap="none" spc="0">
                <a:solidFill>
                  <a:schemeClr val="tx1"/>
                </a:solidFill>
                <a:latin typeface="Urbanist"/>
                <a:ea typeface="Urbanist"/>
                <a:cs typeface="Urbanist"/>
              </a:rPr>
              <a:t>La Identidad de Red</a:t>
            </a:r>
            <a:endParaRPr sz="4400">
              <a:solidFill>
                <a:schemeClr val="tx1"/>
              </a:solidFill>
            </a:endParaRPr>
          </a:p>
          <a:p>
            <a:pPr>
              <a:defRPr/>
            </a:pPr>
            <a:endParaRPr/>
          </a:p>
        </p:txBody>
      </p:sp>
      <p:sp>
        <p:nvSpPr>
          <p:cNvPr id="1204958571" name="Marcador de contenido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800" b="0" i="1" u="none" strike="noStrike" cap="none" spc="0">
                <a:solidFill>
                  <a:srgbClr val="F8FAFC"/>
                </a:solidFill>
                <a:latin typeface="Urbanist"/>
                <a:ea typeface="Urbanist"/>
                <a:cs typeface="Urbanist"/>
              </a:rPr>
              <a:t> </a:t>
            </a:r>
            <a:endParaRPr lang="en-US" sz="2800" b="0" i="1" u="none" strike="noStrike" cap="none" spc="0">
              <a:solidFill>
                <a:srgbClr val="F8FAFC"/>
              </a:solidFill>
              <a:latin typeface="Times New Roman"/>
              <a:cs typeface="Times New Roman"/>
            </a:endParaRPr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sz="2800">
              <a:solidFill>
                <a:srgbClr val="00B050"/>
              </a:solidFill>
            </a:endParaRPr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800" b="0" i="1" u="none" strike="noStrike" cap="none" spc="0">
                <a:solidFill>
                  <a:srgbClr val="00B050"/>
                </a:solidFill>
                <a:latin typeface="Urbanist"/>
                <a:ea typeface="Urbanist"/>
                <a:cs typeface="Urbanist"/>
              </a:rPr>
              <a:t>"La dirección MAC es el DNI físico de tu hardware; mientras que la IP es el código postal de tu ubicación actual en la red." </a:t>
            </a:r>
            <a:endParaRPr lang="en-US">
              <a:solidFill>
                <a:srgbClr val="00B050"/>
              </a:solidFill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>
              <a:solidFill>
                <a:srgbClr val="00B050"/>
              </a:solidFill>
            </a:endParaRPr>
          </a:p>
          <a:p>
            <a:pPr>
              <a:defRPr/>
            </a:pPr>
            <a:r>
              <a:rPr sz="1200" b="1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MAC:</a:t>
            </a:r>
            <a:r>
              <a:rPr sz="12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Identificador permanente a nivel de hardware.</a:t>
            </a:r>
            <a:endParaRPr>
              <a:solidFill>
                <a:schemeClr val="tx1"/>
              </a:solidFill>
            </a:endParaRPr>
          </a:p>
          <a:p>
            <a:pPr lvl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200" b="1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IP:</a:t>
            </a:r>
            <a:r>
              <a:rPr sz="12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Dirección lógica asignada por la red.</a:t>
            </a:r>
            <a:endParaRPr>
              <a:solidFill>
                <a:schemeClr val="tx1"/>
              </a:solidFill>
            </a:endParaRPr>
          </a:p>
          <a:p>
            <a:pPr marL="0" indent="0">
              <a:buFont typeface="Arial"/>
              <a:buNone/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2395059" name="Title 1"/>
          <p:cNvSpPr>
            <a:spLocks noGrp="1"/>
          </p:cNvSpPr>
          <p:nvPr>
            <p:ph type="title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0000" lnSpcReduction="2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br>
              <a:rPr lang="en-US" sz="4400" b="1" i="0" u="none" strike="noStrike" cap="none" spc="0">
                <a:solidFill>
                  <a:schemeClr val="tx1"/>
                </a:solidFill>
                <a:latin typeface="Urbanist"/>
                <a:ea typeface="Urbanist"/>
                <a:cs typeface="Urbanist"/>
              </a:rPr>
            </a:br>
            <a:r>
              <a:rPr lang="en-US" sz="4400" b="1" i="0" u="none" strike="noStrike" cap="none" spc="0">
                <a:solidFill>
                  <a:schemeClr val="tx1"/>
                </a:solidFill>
                <a:latin typeface="Urbanist"/>
                <a:ea typeface="Urbanist"/>
                <a:cs typeface="Urbanist"/>
              </a:rPr>
              <a:t>Funciones Técnicas Avanzadas</a:t>
            </a:r>
            <a:endParaRPr sz="4400">
              <a:solidFill>
                <a:schemeClr val="tx1"/>
              </a:solidFill>
            </a:endParaRPr>
          </a:p>
          <a:p>
            <a:pPr>
              <a:defRPr/>
            </a:pPr>
            <a:endParaRPr/>
          </a:p>
        </p:txBody>
      </p:sp>
      <p:sp>
        <p:nvSpPr>
          <p:cNvPr id="1381166608" name="Marcador de contenido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90000" lnSpcReduction="2000"/>
          </a:bodyPr>
          <a:lstStyle/>
          <a:p>
            <a:pPr lvl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Wingdings"/>
              <a:buChar char="Ø"/>
              <a:defRPr/>
            </a:pPr>
            <a:endParaRPr sz="1800"/>
          </a:p>
          <a:p>
            <a:pPr lvl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Wingdings"/>
              <a:buChar char="Ø"/>
              <a:defRPr/>
            </a:pPr>
            <a:endParaRPr lang="es-ES" sz="18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 lvl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Wingdings"/>
              <a:buChar char="Ø"/>
              <a:defRPr/>
            </a:pPr>
            <a:endParaRPr lang="es-ES" sz="18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 lvl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Wingdings"/>
              <a:buChar char="Ø"/>
              <a:defRPr/>
            </a:pPr>
            <a:r>
              <a:rPr lang="es-ES" sz="18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Full Duplex:</a:t>
            </a:r>
            <a:r>
              <a:rPr lang="es-ES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Capacidad de enviar y recibir datos simultáneamente sin colisiones.</a:t>
            </a:r>
            <a:endParaRPr lang="es-ES" sz="18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 marL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Wingdings"/>
              <a:buNone/>
              <a:defRPr/>
            </a:pPr>
            <a:endParaRPr sz="18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 lvl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Wingdings"/>
              <a:buChar char="Ø"/>
              <a:defRPr/>
            </a:pPr>
            <a:r>
              <a:rPr lang="es-ES" sz="18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Wake-on-LAN (WoL):</a:t>
            </a:r>
            <a:r>
              <a:rPr lang="es-ES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Protocolo que permite encender el PC de forma remota mediante un paquete mágico.</a:t>
            </a:r>
            <a:endParaRPr lang="es-ES" sz="18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 marL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Wingdings"/>
              <a:buNone/>
              <a:defRPr/>
            </a:pPr>
            <a:endParaRPr sz="18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 lvl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Wingdings"/>
              <a:buChar char="Ø"/>
              <a:defRPr/>
            </a:pPr>
            <a:r>
              <a:rPr lang="es-ES" sz="18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Auto-MDIX:</a:t>
            </a:r>
            <a:r>
              <a:rPr lang="es-ES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Detección automática del tipo de cable (directo o cruzado) para eliminar errores de conexión.</a:t>
            </a:r>
            <a:endParaRPr lang="es-ES" sz="18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 marL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Wingdings"/>
              <a:buNone/>
              <a:defRPr/>
            </a:pPr>
            <a:endParaRPr sz="18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 lvl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Wingdings"/>
              <a:buChar char="Ø"/>
              <a:defRPr/>
            </a:pPr>
            <a:r>
              <a:rPr lang="en-US" sz="1800" b="1" i="0" u="none" strike="noStrike" cap="none" spc="0">
                <a:solidFill>
                  <a:schemeClr val="tx1"/>
                </a:solidFill>
                <a:latin typeface="Urbanist"/>
                <a:ea typeface="Urbanist"/>
                <a:cs typeface="Urbanist"/>
              </a:rPr>
              <a:t>VLAN Tagging: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Urbanist"/>
                <a:ea typeface="Urbanist"/>
                <a:cs typeface="Urbanist"/>
              </a:rPr>
              <a:t> Capacidad para identificar tramas de diferentes redes virtuales (Estándar 802.1Q).</a:t>
            </a:r>
            <a:endParaRPr sz="1800">
              <a:solidFill>
                <a:schemeClr val="tx1"/>
              </a:solidFill>
            </a:endParaRPr>
          </a:p>
          <a:p>
            <a:pPr lvl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Wingdings"/>
              <a:buChar char="Ø"/>
              <a:defRPr/>
            </a:pPr>
            <a:endParaRPr lang="es-ES" sz="18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 marL="0" indent="0">
              <a:buFont typeface="Arial"/>
              <a:buNone/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207081" name="Title 1"/>
          <p:cNvSpPr>
            <a:spLocks noGrp="1"/>
          </p:cNvSpPr>
          <p:nvPr>
            <p:ph type="title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/>
          <a:p>
            <a:pPr>
              <a:defRPr/>
            </a:pPr>
            <a:r>
              <a:rPr sz="4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Estándares de Velocidad Ethernet</a:t>
            </a:r>
            <a:endParaRPr sz="4800"/>
          </a:p>
        </p:txBody>
      </p:sp>
      <p:sp>
        <p:nvSpPr>
          <p:cNvPr id="786712751" name=""/>
          <p:cNvSpPr txBox="1"/>
          <p:nvPr/>
        </p:nvSpPr>
        <p:spPr bwMode="auto">
          <a:xfrm rot="0" flipH="0" flipV="0">
            <a:off x="900975" y="2850975"/>
            <a:ext cx="9484372" cy="2560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La velocidad depende del controlador y del tipo de cableado (Cat 5e, 6, 6a).</a:t>
            </a:r>
            <a:endParaRPr sz="1800"/>
          </a:p>
          <a:p>
            <a:pPr>
              <a:defRPr/>
            </a:pPr>
            <a:endParaRPr sz="1800"/>
          </a:p>
          <a:p>
            <a:pPr marL="283879" indent="-283879">
              <a:buFont typeface="Arial"/>
              <a:buChar char="•"/>
              <a:defRPr/>
            </a:pPr>
            <a:r>
              <a:rPr sz="18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10 Mbps</a:t>
            </a:r>
            <a:r>
              <a:rPr sz="1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— Ethernet</a:t>
            </a:r>
            <a:endParaRPr sz="1800"/>
          </a:p>
          <a:p>
            <a:pPr marL="283879" indent="-283879">
              <a:buFont typeface="Arial"/>
              <a:buChar char="•"/>
              <a:defRPr/>
            </a:pPr>
            <a:endParaRPr sz="1800"/>
          </a:p>
          <a:p>
            <a:pPr marL="283879" indent="-283879">
              <a:buFont typeface="Arial"/>
              <a:buChar char="•"/>
              <a:defRPr/>
            </a:pPr>
            <a:r>
              <a:rPr sz="18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100 Mbps</a:t>
            </a:r>
            <a:r>
              <a:rPr sz="1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— Fast Ethernet</a:t>
            </a:r>
            <a:endParaRPr sz="18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>
              <a:defRPr/>
            </a:pPr>
            <a:endParaRPr sz="1800"/>
          </a:p>
          <a:p>
            <a:pPr marL="283879" indent="-283879">
              <a:buFont typeface="Arial"/>
              <a:buChar char="•"/>
              <a:defRPr/>
            </a:pPr>
            <a:r>
              <a:rPr sz="18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1000 Mbps</a:t>
            </a:r>
            <a:r>
              <a:rPr sz="1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— Gigabit Ethernet</a:t>
            </a:r>
            <a:endParaRPr sz="18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>
              <a:defRPr/>
            </a:pPr>
            <a:endParaRPr sz="1800"/>
          </a:p>
          <a:p>
            <a:pPr marL="283879" indent="-283879">
              <a:buFont typeface="Arial"/>
              <a:buChar char="•"/>
              <a:defRPr/>
            </a:pPr>
            <a:r>
              <a:rPr sz="18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2.5 / 5 / 10 Gbps</a:t>
            </a:r>
            <a:r>
              <a:rPr sz="1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— Estándares modernos para redes de alto rendimiento</a:t>
            </a:r>
            <a:endParaRPr sz="18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287321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sz="48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Diagnóstico Básico</a:t>
            </a:r>
            <a:endParaRPr sz="4800"/>
          </a:p>
        </p:txBody>
      </p:sp>
      <p:sp>
        <p:nvSpPr>
          <p:cNvPr id="667686359" name="Marcador de contenido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 algn="ctr">
              <a:defRPr/>
            </a:pPr>
            <a:r>
              <a:rPr lang="en-US"/>
              <a:t>Windows: ipconfig /all</a:t>
            </a:r>
            <a:endParaRPr/>
          </a:p>
          <a:p>
            <a:pPr marL="0" indent="0" algn="ctr">
              <a:buFont typeface="Arial"/>
              <a:buNone/>
              <a:defRPr/>
            </a:pPr>
            <a:endParaRPr lang="en-US"/>
          </a:p>
          <a:p>
            <a:pPr algn="ctr">
              <a:defRPr/>
            </a:pPr>
            <a:r>
              <a:rPr lang="en-US"/>
              <a:t>Linux: ip a o ifconfig</a:t>
            </a:r>
            <a:endParaRPr lang="en-US"/>
          </a:p>
          <a:p>
            <a:pPr>
              <a:defRPr/>
            </a:pPr>
            <a:endParaRPr lang="en-US"/>
          </a:p>
          <a:p>
            <a:pPr marL="0" indent="0">
              <a:buFont typeface="Arial"/>
              <a:buNone/>
              <a:defRPr/>
            </a:pPr>
            <a:endParaRPr lang="en-US"/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Blue Green">
      <a:dk1>
        <a:srgbClr val="000000"/>
      </a:dk1>
      <a:lt1>
        <a:srgbClr val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New Office">
        <a:dk1>
          <a:sysClr val="windowText" lastClr="000000"/>
        </a:dk1>
        <a:lt1>
          <a:sysClr val="window" lastClr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A5A5A5"/>
        </a:accent3>
        <a:accent4>
          <a:srgbClr val="FFC000"/>
        </a:accent4>
        <a:accent5>
          <a:srgbClr val="4472C4"/>
        </a:accent5>
        <a:accent6>
          <a:srgbClr val="70AD47"/>
        </a:accent6>
        <a:hlink>
          <a:srgbClr val="0563C1"/>
        </a:hlink>
        <a:folHlink>
          <a:srgbClr val="954F72"/>
        </a:folHlink>
      </a:clrScheme>
    </a:extraClrScheme>
  </a:extraClrSchemeLst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ONLYOFFICE/9.3.1.8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8</cp:revision>
  <dcterms:modified xsi:type="dcterms:W3CDTF">2026-05-12T20:55:52Z</dcterms:modified>
</cp:coreProperties>
</file>